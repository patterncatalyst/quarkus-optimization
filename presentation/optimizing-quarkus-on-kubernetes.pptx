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25.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25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the modern low-latency GC. Sub-millisecond pauses. Generational is the default on JDK 25 — the old -XX:+ZGenerational flag is obsolete.</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generational is the default on JDK 25 (the old -XX:+ZGenerational flag is obsolete)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25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25.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 10 OpenJDK 25</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 10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 10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 10/OpenShift: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25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25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25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25;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25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25: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25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Generational ZGC is the default on JDK 25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generational: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(JDK 25 — generational is the default)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 generational is the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25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25: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25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25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generational: default on JDK 25</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 10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 generational: default on JDK 25</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 10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