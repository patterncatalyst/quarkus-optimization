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nobody added UseContainerSupport.</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256 GB of RAM. You deploy a pod with a container limit of 512 MB. The JVM starts up. It asks the operating system: how much memory do I have? Without container support flags, it reads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256 GB. The JVM applies its default heuristic: 25 percent of available memory for heap. That's 64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 and actually Java 15 onward —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turned on by default. When this is active,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vs Quarkus Native 0.01-0.05s.</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AppCDS adds another 30-50% on top of Quarkus's already-fast baseline.</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Quarkus 0.6s → 0.3s with AppCDS. 14x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(builds trust): Virtual threads don't help if you hold synchronized locks while doing I/O. That pins the carrier thread. Watch for synchronized blocks around DB calls. Use ReentrantLock. Check with -Djdk.tracePinnedThreads=full.</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quarkus-opentelemetry extension. REST endpoints auto-instrumented. Traces to Jaeger with zero code changes.</a:t>
            </a:r>
            <a:br>
              <a:rPr lang="en-US"/>
            </a:br>
            <a:r>
              <a:rPr lang="en-US"/>
              <a:t>  Micrometer + Prometheus: /q/metrics endpoint. Same PromQL queries work regardless of framework.</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quarkus-micrometer-registry-prometheus — pulls in everything automatically.</a:t>
            </a:r>
            <a:br>
              <a:rPr lang="en-US"/>
            </a:br>
            <a:br>
              <a:rPr lang="en-US"/>
            </a:br>
            <a:r>
              <a:rPr lang="en-US"/>
              <a:t>application.properties:</a:t>
            </a:r>
            <a:br>
              <a:rPr lang="en-US"/>
            </a:br>
            <a:r>
              <a:rPr lang="en-US"/>
              <a:t>  quarkus.micrometer.export.prometheus.enabled=true</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Jaeger at localhost:16686.</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Jaeger traces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"Quarkus Native with GraalVM: 20ms startup. Different trade-offs — longer build, AOT constraints."</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Maven plugin does the rest. 14x faster than Spring Boot baseline."</a:t>
            </a:r>
            <a:br>
              <a:rPr lang="en-US"/>
            </a:br>
            <a:r>
              <a:rPr lang="en-US"/>
              <a:t>5. "Observe before you tune. JFR + Cryostat + Prometheus gives you data. Without data you're guessing."</a:t>
            </a:r>
            <a:br>
              <a:rPr lang="en-US"/>
            </a:br>
            <a:r>
              <a:rPr lang="en-US"/>
              <a:t>6. "Autoscale on RPS. GC pauses lie to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8,500 req/sec gRPC vs 2,200 REST — nearly 4x more throughput</a:t>
            </a:r>
            <a:br>
              <a:rPr lang="en-US"/>
            </a:br>
            <a:r>
              <a:rPr lang="en-US"/>
              <a:t>- CPU: 40% vs 65% — you can run 1.6x more gRPC pods per node for the same cost</a:t>
            </a:r>
            <a:br>
              <a:rPr lang="en-US"/>
            </a:br>
            <a:r>
              <a:rPr lang="en-US"/>
              <a:t>- p99: 25ms vs 120ms — that's what your users feel at tail latency</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reads /proc/cpuinfo and sees the full node.</a:t>
            </a:r>
            <a:br>
              <a:rPr lang="en-US"/>
            </a:br>
            <a:r>
              <a:rPr lang="en-US"/>
              <a:t>   On a 64-core node with a 2-CPU container limit, you get 64 GC threads competing</a:t>
            </a:r>
            <a:br>
              <a:rPr lang="en-US"/>
            </a:br>
            <a:r>
              <a:rPr lang="en-US"/>
              <a:t>   for 2 CPUs. -XX:ParallelGCThreads=2 and -XX:ActiveProcessorCount=2 fix this."</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Shenandoah uses a write barrier — it fires when your</a:t>
            </a:r>
            <a:br>
              <a:rPr lang="en-US"/>
            </a:br>
            <a:r>
              <a:rPr lang="en-US"/>
              <a:t>   code writes an object reference. ZGC uses a load barrier — it fires</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critical difference between Shenandoah and ZGC is the barrier type. ZGC uses read barriers to maintain reference consistency while objects are being relocated, while Shenandoah uses write barriers.</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load barrier cost is higher than Shenandoah's write barrier cost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2000m→560m. Request was set to GC spike peak. We use p95 (GC excluded) × 1.30 = 546m, rounded to 560m. Still 33% above non-GC p95.</a:t>
            </a:r>
            <a:br>
              <a:rPr lang="en-US"/>
            </a:br>
            <a:r>
              <a:rPr lang="en-US"/>
              <a:t>- fraud-detection: copied from Spring Boot, never revisited. Quarkus uses far less.</a:t>
            </a:r>
            <a:br>
              <a:rPr lang="en-US"/>
            </a:br>
            <a:r>
              <a:rPr lang="en-US"/>
              <a:t>- report-generator: almost no change. Batch workload, real CPU, memory near limit. Honest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4. We just stopped lying to the scheduler."</a:t>
            </a:r>
            <a:br>
              <a:rPr lang="en-US"/>
            </a:br>
            <a:br>
              <a:rPr lang="en-US"/>
            </a:br>
            <a:r>
              <a:rPr lang="en-US"/>
              <a:t>Before: 21,504Mi requested. Node has 27,136Mi usable. Fills 79% of node 1, then node 2, etc. Memory is the limiter.</a:t>
            </a:r>
            <a:br>
              <a:rPr lang="en-US"/>
            </a:br>
            <a:r>
              <a:rPr lang="en-US"/>
              <a:t>After: 15,872Mi requested. Same pods fit into 2 nodes.</a:t>
            </a:r>
            <a:br>
              <a:rPr lang="en-US"/>
            </a:br>
            <a:br>
              <a:rPr lang="en-US"/>
            </a:br>
            <a:r>
              <a:rPr lang="en-US"/>
              <a:t>On safety: "We went from 2000m to 560m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"$80,640/year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4 hours for $6,720 = 17x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 staying large — not everything should be cut.</a:t>
            </a:r>
            <a:br>
              <a:rPr lang="en-US"/>
            </a:br>
            <a:r>
              <a:rPr lang="en-US"/>
              <a:t>     The honest exception shows the tool is data-driven, not aggressive.</a:t>
            </a:r>
            <a:br>
              <a:rPr lang="en-US"/>
            </a:br>
            <a:r>
              <a:rPr lang="en-US"/>
              <a:t>  3. The node count: 4 → 2 is the headline.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"$6,720/month saving for 4 hours of engineering time = 17x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finally trust."</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17ms startup, ~60MB RSS. The ONNX Runtime native library is bundled.</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JDK 25 — value classes in preview (--enable-preview)</a:t>
            </a:r>
            <a:br>
              <a:rPr lang="en-US"/>
            </a:br>
            <a:r>
              <a:rPr lang="en-US"/>
              <a:t>  JDK 26/27 — primitive classes expected</a:t>
            </a:r>
            <a:br>
              <a:rPr lang="en-US"/>
            </a:br>
            <a:r>
              <a:rPr lang="en-US"/>
              <a:t>  Universal generics (List&lt;int&gt;) — after primitive classes</a:t>
            </a:r>
            <a:br>
              <a:rPr lang="en-US"/>
            </a:br>
            <a:r>
              <a:rPr lang="en-US"/>
              <a:t>  Stable API — estimated JDK 27 or 29 (2026-2027)</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are in preview on JDK 25 today — you can</a:t>
            </a:r>
            <a:br>
              <a:rPr lang="en-US"/>
            </a:br>
            <a:r>
              <a:rPr lang="en-US"/>
              <a:t>   experiment with --enable-preview. Universal generics (List&lt;int&gt;) need primitive</a:t>
            </a:r>
            <a:br>
              <a:rPr lang="en-US"/>
            </a:br>
            <a:r>
              <a:rPr lang="en-US"/>
              <a:t>   classes which come after. Stable API is estimated JDK 27 or 29 — 2026 to 2027.</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default (before container flags): reads /proc/meminfo and sees the NODE's full RAM — claims 64 GB heap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 reads cgroup memory limits correctly</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"The JVM must be told it lives in a container. UseContainerSupport is your first tuning flag."</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OpenJDK/RHEL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Spring Boot: 4-8s cold start  |  Quarkus 3.33.1 JVM: 0.3-0.8s  |  Quarkus + AOT cache (JDK 25): 0.15-0.4s</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AppCDS: ~0.15-0.4s (additional 30-50%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0.6s JVM baseline → 0.3s with AppCDS (50% faster) vs Spring Boot: 4.2s → 2.4s. Quarkus + AppCDS is 14x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watch jvm.threads.live — virtual threads appear here too</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92040"/>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9204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Quarkus: @RunOnVirtualThread works on any @GET/@POST method. Avoid synchronized + I/O (pins carrier thread). Use ReentrantLock instead.</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55%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AppCDS</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lie to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Evans, Jason Gauci et al.  |  O'Reilly — basis of this talk</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quarkus.io/guides/appcds</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3.9×</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2,200 rps   gRPC: 8,500 rps</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Usage</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−38%</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65%   gRPC: 40%</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Latency</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−79%</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120 ms   gRPC: 25 ms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(Brooks ptr)</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2000m→560m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1500m→280m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-81%</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2048→880Mi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-57%</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1000m→390m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-61%</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3072→2752Mi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-10%</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500m→175m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-65%</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1024→544Mi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-47%</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500m→160m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-68%</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4000m→3640m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-9%</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8192→7744Mi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keep large</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1000m→250m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-75%</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1536→672Mi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15,000m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27,200m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21,504Mi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27,136Mi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55%</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79%</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~18</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memory-limited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5,455m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27,200m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15,872Mi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27,136Mi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20%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(room to scale)</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58%</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~30</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+67%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2 nodes eliminated  ·  +67% pods per node  ·  $6,720/month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$80,640</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2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4</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$1,120/month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$560/month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$560/month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$6,720/year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$33,600/year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$67,200/year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2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$1,120 → $560/month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$6,720 saving for ~$400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trustworthy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$67,200/year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50-75% CPU reduction on most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4 nodes → 2 nodes, +67%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$6,720/month saving, 17×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arena.allocateArray(JAVA_DOUBLE,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GraalVM native image</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LangChain4j ONNX builds to native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~17ms startup, ~60MB RSS, full inference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0.36+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(preview JDK 25+)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preview)  ·  Universal generics depend on primitive classes  ·  Stable: ~JDK 27-29 (2026-2027)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