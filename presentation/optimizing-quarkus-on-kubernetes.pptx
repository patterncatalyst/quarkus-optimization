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an illustrative industry estimate of memory overprovisioning. Most Java teams don't realise they're overprovisioning by 2-3x.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25.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25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five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with a CPU limit set, the JVM reads the cgroup quota and sizes GC threads to it. The trap is requests-but-no-limit — then it sizes to the node, capped above 8 cores (8 + (N-8)×5/8, e.g. 43 on 64 cores). Set a CPU limit or pin -XX:ParallelGCThreads to your allocation.</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the modern low-latency GC. Sub-millisecond pauses. Generational is the only mode since JDK 24 (default since 23) — the old -XX:+ZGenerational flag is obsolete.</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generational is the only mode since JDK 24, default since 23 (the old -XX:+ZGenerational flag is obsolete)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about 42 percent — roughly 4.5 seconds to 2.6 seconds — in the JEP 483 benchmark.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~6.6s vs Quarkus JVM 0.3-0.8s (2.3x faster startup in the cited Quarkus benchmark, 6.569 vs 2.919s; quote the sourced figure, not a laptop guess).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(baselines are different demo apps — AppCDS demo ~0.49s, Leyden demo ~0.83s). Spring Boot's cited baseline is ~6.6s (Quarkus project benchmark) — ~2.3x startup in that cited benchmark; on this laptop Quarkus starts in well under a second vs several seconds for Spring. Every HPA scale-out benefits.</a:t>
            </a:r>
            <a:br>
              <a:rPr lang="en-US"/>
            </a:br>
            <a:br>
              <a:rPr lang="en-US"/>
            </a:br>
            <a:r>
              <a:rPr lang="en-US"/>
              <a:t>→ Virtual Threads: the other Java 25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Quarkus's BASELINE of 400ms is already dramatically faster than Spring Boot's cited ~6.6s baseline (Quarkus project benchmark, not measured here)."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25.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Spring Boot's cited baseline is ~6.6s (Quarkus project benchmark) vs Quarkus JVM well under a second."</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25 LTS. Java 21 introduced production Virtual Threads and Generational ZGC; Java 25 adds the Leyden AOT cache, JEP 491 (virtual threads no longer pin), and generational-only ZGC. If on 17 or 21, upgrade to 25.</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~4.5s → ~2.6s — ~42%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~75% improvement (Demo 04: ~830→215ms)."</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~830ms. With Leyden AOT cache: ~215ms — ~75% faster (Demo 04 measured; live numbers vary by hardware)."</a:t>
            </a:r>
            <a:br>
              <a:rPr lang="en-US"/>
            </a:br>
            <a:r>
              <a:rPr lang="en-US"/>
              <a:t>  "Spring Boot has no measured Leyden-cache figure in this deck — Spring's cited cold-start baseline is ~6.6s (Quarkus project benchmark), not measured here."</a:t>
            </a:r>
            <a:br>
              <a:rPr lang="en-US"/>
            </a:br>
            <a:r>
              <a:rPr lang="en-US"/>
              <a:t>  "Quarkus + Leyden: ~830ms → ~215ms — ~75% faster in the measured run."</a:t>
            </a:r>
            <a:br>
              <a:rPr lang="en-US"/>
            </a:br>
            <a:r>
              <a:rPr lang="en-US"/>
              <a:t>  "Quarkus's Leyden gain here is ~75% (measured); there's no comparable Spring measurement in this deck."</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(~75%)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THE DIAGRAM — 24:00-26:00</a:t>
            </a:r>
            <a:br>
              <a:rPr lang="en-US"/>
            </a:br>
            <a:r>
              <a:rPr lang="en-US"/>
              <a:t>This diagram is the decision picture: one Quarkus service, two wire formats. Walk it left-to-right.</a:t>
            </a:r>
            <a:br>
              <a:rPr lang="en-US"/>
            </a:br>
            <a:br>
              <a:rPr lang="en-US"/>
            </a:br>
            <a:r>
              <a:rPr lang="en-US"/>
              <a:t>THE TWO PATHS:</a:t>
            </a:r>
            <a:br>
              <a:rPr lang="en-US"/>
            </a:br>
            <a:r>
              <a:rPr lang="en-US"/>
              <a:t>- REST: HTTP/1.1 + JSON on :8080. Human-readable, browser/curl-friendly, passes every proxy. Metrics response ~200 bytes.</a:t>
            </a:r>
            <a:br>
              <a:rPr lang="en-US"/>
            </a:br>
            <a:r>
              <a:rPr lang="en-US"/>
              <a:t>- gRPC: HTTP/2 + Protobuf on :9000. Binary framing on one persistent connection; same payload ~40 bytes (~80% smaller). Contract-first: the .proto generates stubs at mvn compile.</a:t>
            </a:r>
            <a:br>
              <a:rPr lang="en-US"/>
            </a:br>
            <a:br>
              <a:rPr lang="en-US"/>
            </a:br>
            <a:r>
              <a:rPr lang="en-US"/>
              <a:t>THE HONEST BENCHMARK: "On localhost, REST actually wins — ~26.7k rps vs ~10.2k for gRPC (demo-05, c=50). Not a typo." Why: loopback removes the network hop so gRPC's persistent HTTP/2 connection saves nothing; the payload is tiny so Protobuf's size win doesn't matter; and for simple unary calls HTTP/2 framing is heavier than HTTP/1.1.</a:t>
            </a:r>
            <a:br>
              <a:rPr lang="en-US"/>
            </a:br>
            <a:br>
              <a:rPr lang="en-US"/>
            </a:br>
            <a:r>
              <a:rPr lang="en-US"/>
              <a:t>WHERE gRPC WINS (production projection — label it): pod-to-pod on a real network, the persistent HTTP/2 connection + binary framing compound to ~3-4x throughput / ~73% lower p50 (projection, not localhost). Streaming: server streaming is a Multi&lt;MetricsResponse&gt; return — no SSE glue. High concurrency: at c=500 the gap closes — runs varied from near-parity (~24k each) to gRPC ahead (~19k vs ~15k); gRPC's edge grows on a real network.</a:t>
            </a:r>
            <a:br>
              <a:rPr lang="en-US"/>
            </a:br>
            <a:br>
              <a:rPr lang="en-US"/>
            </a:br>
            <a:r>
              <a:rPr lang="en-US"/>
              <a:t>DECISION RULE: public APIs / browsers → REST; internal service-to-service where you own both ends → gRPC. Same Quarkus app serves both — pick per endpoint, a trade-off not a rewrite.</a:t>
            </a:r>
            <a:br>
              <a:rPr lang="en-US"/>
            </a:br>
            <a:br>
              <a:rPr lang="en-US"/>
            </a:br>
            <a:r>
              <a:rPr lang="en-US"/>
              <a:t>→ Next: live demo — REST :8080 and gRPC :9000 from one JVM, compared with hey and ghz.</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in production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 10 OpenJDK 25</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 10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 10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 10/OpenShift: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bundled sample Prometheus data modelling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3×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25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2–5s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2-5s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25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25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25;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25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25: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25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pins the CPU count for fractional/limited CPUs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 e.g. a 100ms G1GC pause can stretch to ~400ms (illustrative).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Without a CPU limit the JVM sizes GC threads to the node — capped above 8 cores (8 + (N-8)×5/8, so 43 on a 64-core node), ignoring your request. Set a CPU limit (the JVM reads the cgroup quota) or pin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Generational ZGC is the only mode since JDK 24 (default since 23),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generational: only mode since JDK 24</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(JDK 24+ — generational is the only mode)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 generational: only mode since JDK 24</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Match your CPU allocation — reads the cgroup quota when a limit is set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(default since JDK 12 — still on)</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Default CDS archive since JDK 12 (JEP 341)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The ~75% Quarkus win is the Leyden AOT cache (JDK 25): 0.83s → 0.22s. (The two baselines are different demo apps: the AppCDS demo's minimal service starts ~0.49s; the Leyden demo's heavier app baselines ~0.83s.) Spring Boot baseline ~6.6s (Quarkus project benchmark, cited Cummins/quarkus.io — controlled Linux, not measured here): Quarkus JVM starts well under a second vs several seconds for Spring.</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25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25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Mimir (metrics, Prometheus-compatible)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Name a Service port "jfr-jmx"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  # Service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ports: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jfr-jmx   # Operator discovers by this name (or port 9091)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(Spring Boot baseline ~6.6s cited — Quarkus project benchmark, not measured here)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~42% faster startup — PetClinic 4.5s→2.6s (JEP 483)</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the AOT cache was ZGC-incompatible — now GC-agnostic (works with all GCs)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~75% startup gain (Demo 04),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(~220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 · STW-pause design target (JEP 439, JFR-verified)</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(STW design target)</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STW pauses &lt; 1ms (ZGC design target)</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generational: only mode since JDK 24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the Node Tuning Operator (OpenShift 4.11+; formerly the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~0–15%, workload-dependent (LRB)</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 10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workload-dependent (load barriers)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 generational: only mode since JDK 24</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 10 ships Shenandoah — override with -XX:+UseG1GC or -XX:+UseZGC to reproduce these demos' comparisons explicitly Pause figures are per-GC design targets (ZGC &lt;1ms STW is a JEP/JFR target), not this deck's demo measurements.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GC-pause behaviour under identical pressure — ZGC targets sub-ms pauses by design</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per-pause STW is sub-ms by design (JFR); the demo's headline is a cumulative pause-delta (allocation stall on a 2-vCPU container), not per-pause STW</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pauses: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pauses: sub-ms per-pause STW (JFR, design target)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~$38k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20 services extrapolated from the 7-service demo ($13,455)</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bundled sample Prometheus metrics · demo dataset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Headroom (CPU 30% / Mem 25%)</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4.1.0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508 (Tenth Incubator, JDK 25)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C++20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Bound by hand via Linker.downcallHandle (jextract can also generate this)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JvmStats.recommend_gc$handle();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4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no CPU limit = GC threads sized to the node (43+), not your request</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 sized from observed peak + headroom (e.g. 512m for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