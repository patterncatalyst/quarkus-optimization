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vs Quarkus Native 0.01-0.05s.</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(builds trust): Virtual threads don't help if you hold synchronized locks while doing I/O. That pins the carrier thread. Watch for synchronized blocks around DB calls. Use ReentrantLock. Check with -Djdk.tracePinnedThreads=full.</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quarkus-opentelemetry extension. REST endpoints auto-instrumented. Traces to Jaeger with zero code changes.</a:t>
            </a:r>
            <a:br>
              <a:rPr lang="en-US"/>
            </a:br>
            <a:r>
              <a:rPr lang="en-US"/>
              <a:t>  Micrometer + Prometheus: /q/metrics endpoint. Same PromQL queries work regardless of framework.</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quarkus-micrometer-registry-prometheus — pulls in everything automatically.</a:t>
            </a:r>
            <a:br>
              <a:rPr lang="en-US"/>
            </a:br>
            <a:br>
              <a:rPr lang="en-US"/>
            </a:br>
            <a:r>
              <a:rPr lang="en-US"/>
              <a:t>application.properties:</a:t>
            </a:r>
            <a:br>
              <a:rPr lang="en-US"/>
            </a:br>
            <a:r>
              <a:rPr lang="en-US"/>
              <a:t>  quarkus.micrometer.export.prometheus.enabled=true</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Jaeger at localhost:16686.</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Jaeger traces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"Quarkus Native with GraalVM: 20ms startup. Different trade-offs — longer build, AOT constraints."</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lie to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Honest exception on memory.</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lying to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honest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finally trust."</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17ms startup, ~60MB RSS. The ONNX Runtime native library is bundled.</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JDK 28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JDK 30+ (realistic)</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JDK 28 (JEP 401) — you can</a:t>
            </a:r>
            <a:br>
              <a:rPr lang="en-US"/>
            </a:br>
            <a:r>
              <a:rPr lang="en-US"/>
              <a:t>   experiment with --enable-preview. Universal generics (List&lt;int&gt;) need primitive</a:t>
            </a:r>
            <a:br>
              <a:rPr lang="en-US"/>
            </a:br>
            <a:r>
              <a:rPr lang="en-US"/>
              <a:t>   classes which come after. Stable API is realistically JDK 30 or later.</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Spring Boot: 4-8s cold start  |  Quarkus 3.33.1 JVM: 0.3-0.8s  |  Quarkus + AOT cache (JDK 25): 0.15-0.4s</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watch jvm.threads.live — virtual threads appear here too</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92040"/>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9204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Quarkus: @RunOnVirtualThread works on any @GET/@POST method. Avoid synchronized + I/O (pins carrier thread). Use ReentrantLock instead.</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lie to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Evans, Jason Gauci et al.  |  O'Reilly — basis of this talk</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quarkus.io/guides/appcds</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trustworthy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GraalVM native image</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LangChain4j ONNX builds to native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~17ms startup, ~60MB RSS, full inference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(first preview JDK 28)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JDK 28  ·  Universal generics build on value classes  ·  Stable: JDK 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